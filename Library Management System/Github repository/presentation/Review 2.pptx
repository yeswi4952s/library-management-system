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7" d="100"/>
          <a:sy n="87" d="100"/>
        </p:scale>
        <p:origin x="499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LIBRARY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288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A5E9"/>
                </a:solidFill>
                <a:latin typeface="Aptos Display"/>
              </a:defRPr>
            </a:pPr>
            <a:r>
              <a:t>REVIEW 2 — DATABASE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CBD5E1"/>
                </a:solidFill>
                <a:latin typeface="Aptos"/>
              </a:defRPr>
            </a:pPr>
            <a:r>
              <a:t>From database design to a working relational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977639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3977639"/>
            <a:ext cx="73152" cy="1508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4142231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53F"/>
                </a:solidFill>
                <a:latin typeface="Aptos Display"/>
              </a:defRPr>
            </a:pPr>
            <a: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4352543"/>
            <a:ext cx="48463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CH. VENKANNA BABU     25B11AI188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G. AVINASH                  25B11AI374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M. VENKATA SWAMI       25B11AI656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CH. BHARGAV                 25B11AI228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977639"/>
            <a:ext cx="4572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3977639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4142231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53F"/>
                </a:solidFill>
                <a:latin typeface="Aptos Display"/>
              </a:defRPr>
            </a:pPr>
            <a:r>
              <a:t>Guidance &amp; Department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4617720"/>
            <a:ext cx="42062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Mrs. G L Narasamba Vanguri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Department: Artificial Intelligence &amp;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53F"/>
                </a:solidFill>
                <a:latin typeface="Aptos Display"/>
              </a:defRPr>
            </a:pPr>
            <a:r>
              <a:t>Review 2: What Changes From Review 1?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The design is already established; Review 2 focuses on implementing and proving the database works.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41148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253F"/>
                </a:solidFill>
                <a:latin typeface="Aptos Display"/>
              </a:defRPr>
            </a:pPr>
            <a:r>
              <a:t>Review 1 — Design 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4846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Problem statement &amp; objectives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Six core entities and attributes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ER relationships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Relational schema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Primary &amp; foreign key strategy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Normalization up to 3NF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GitHub/project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73152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719072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253F"/>
                </a:solidFill>
                <a:latin typeface="Aptos Display"/>
              </a:defRPr>
            </a:pPr>
            <a:r>
              <a:t>Review 2 — Implementation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194560"/>
            <a:ext cx="4846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Create database and tables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Apply constraints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Insert sample records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Execute DDL, DML &amp; DQL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Demonstrate CRUD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JOINs, aggregates &amp; views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Validate data integrity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Capture execution screenshots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Library Management System • Review 2 • Database 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9224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53F"/>
                </a:solidFill>
                <a:latin typeface="Aptos Display"/>
              </a:defRPr>
            </a:pPr>
            <a:r>
              <a:t>Review 2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673351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253F"/>
                </a:solidFill>
                <a:latin typeface="Aptos Display"/>
              </a:defRPr>
            </a:pPr>
            <a:r>
              <a:t>01  Database Creation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148839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ptos"/>
              </a:defRPr>
            </a:pPr>
            <a:r>
              <a:t>Build the Library Management database and implement the approved schema.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087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508760"/>
            <a:ext cx="73152" cy="1691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1728" y="1673351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253F"/>
                </a:solidFill>
                <a:latin typeface="Aptos Display"/>
              </a:defRPr>
            </a:pPr>
            <a:r>
              <a:t>02  Data Population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148839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ptos"/>
              </a:defRPr>
            </a:pPr>
            <a:r>
              <a:t>Insert realistic sample data into every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5087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75320" y="1508760"/>
            <a:ext cx="73152" cy="1691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76488" y="1673351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253F"/>
                </a:solidFill>
                <a:latin typeface="Aptos Display"/>
              </a:defRPr>
            </a:pPr>
            <a:r>
              <a:t>03  SQL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2148839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ptos"/>
              </a:defRPr>
            </a:pPr>
            <a:r>
              <a:t>Demonstrate DDL, DML and DQL commands with outputs.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566160"/>
            <a:ext cx="73152" cy="16916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73075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253F"/>
                </a:solidFill>
                <a:latin typeface="Aptos Display"/>
              </a:defRPr>
            </a:pPr>
            <a:r>
              <a:t>04  Query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20624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ptos"/>
              </a:defRPr>
            </a:pPr>
            <a:r>
              <a:t>Implement CRUD, JOINs, aggregate queries, GROUP BY/HAVING and views.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80560" y="3566160"/>
            <a:ext cx="73152" cy="1691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81728" y="373075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253F"/>
                </a:solidFill>
                <a:latin typeface="Aptos Display"/>
              </a:defRPr>
            </a:pPr>
            <a:r>
              <a:t>05 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420624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ptos"/>
              </a:defRPr>
            </a:pPr>
            <a:r>
              <a:t>Test keys, uniqueness, required fields and referential integrity.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75320" y="356616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76488" y="373075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253F"/>
                </a:solidFill>
                <a:latin typeface="Aptos Display"/>
              </a:defRPr>
            </a:pPr>
            <a:r>
              <a:t>06  Documentation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420624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ptos"/>
              </a:defRPr>
            </a:pPr>
            <a:r>
              <a:t>Collect SQL scripts, outputs, screenshots and implementation evidence.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Library Management System • Review 2 • Database Implementation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9224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53F"/>
                </a:solidFill>
                <a:latin typeface="Aptos Display"/>
              </a:defRPr>
            </a:pPr>
            <a:r>
              <a:t>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Tables to be implemented from the Review 1 relational design.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1092707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2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2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2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Table</a:t>
                      </a:r>
                    </a:p>
                  </a:txBody>
                  <a:tcPr marL="73152" marR="73152" marT="36576" marB="36576">
                    <a:solidFill>
                      <a:srgbClr val="1325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 marL="73152" marR="73152" marT="36576" marB="36576">
                    <a:solidFill>
                      <a:srgbClr val="1325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Key relationships</a:t>
                      </a:r>
                    </a:p>
                  </a:txBody>
                  <a:tcPr marL="73152" marR="73152" marT="36576" marB="36576">
                    <a:solidFill>
                      <a:srgbClr val="132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Members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Member master data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Referenced by Borrowing, Fines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Books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Book/catalog data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Referenced by Borrowing, Inventory, Book_Authors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Authors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Author master data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Referenced by Book_Authors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Book_Authors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Book–author junction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FK to Books + Authors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Borrowing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Loan transactions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FK to Members + Books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Fines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Fine records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FK to Members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Inventory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Physical copy tracking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FK to Books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Library Management System • Review 2 • Database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53F"/>
                </a:solidFill>
                <a:latin typeface="Aptos Display"/>
              </a:defRPr>
            </a:pPr>
            <a:r>
              <a:t>Database &amp; Table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Implementation step: convert the approved relational schema into actual database objects.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44200" cy="3246120"/>
          </a:xfrm>
          <a:prstGeom prst="roundRect">
            <a:avLst/>
          </a:prstGeom>
          <a:solidFill>
            <a:srgbClr val="13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18488"/>
            <a:ext cx="1024128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CREATE DATABASE library_management;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USE library_management;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CREATE TABLE Members (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    member_id INT PRIMARY KEY,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    name VARCHAR(100) NOT NULL,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    email VARCHAR(100) UNIQUE NOT NULL,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    phone CHAR(10),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    address VARCHAR(200),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    membership_date DATE NOT NULL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92040"/>
            <a:ext cx="10744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4892040"/>
            <a:ext cx="73152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5056631"/>
            <a:ext cx="10378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253F"/>
                </a:solidFill>
                <a:latin typeface="Aptos Display"/>
              </a:defRPr>
            </a:pPr>
            <a:r>
              <a:t>Implementation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5532120"/>
            <a:ext cx="1037844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ptos"/>
              </a:defRPr>
            </a:pPr>
            <a:r>
              <a:t>Later: replace/add screenshots of successful CREATE DATABASE and CREATE TABLE execution.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Library Management System • Review 2 • Database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9224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53F"/>
                </a:solidFill>
                <a:latin typeface="Aptos Display"/>
              </a:defRPr>
            </a:pPr>
            <a:r>
              <a:t>Constraints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Constraints translate the Review 1 integrity strategy into enforceable database rules.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53F"/>
                </a:solidFill>
                <a:latin typeface="Aptos Display"/>
              </a:defRPr>
            </a:pPr>
            <a:r>
              <a:t>PRIMARY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57400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Unique identifier for each record.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Examples: member_id, book_id, author_id, borrow_id, fine_id.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5819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53F"/>
                </a:solidFill>
                <a:latin typeface="Aptos Display"/>
              </a:defRPr>
            </a:pPr>
            <a:r>
              <a:t>FOREIGN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57400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Maintains valid relationships between tables.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Examples: member_id, book_id, author_id.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5819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53F"/>
                </a:solidFill>
                <a:latin typeface="Aptos Display"/>
              </a:defRPr>
            </a:pPr>
            <a:r>
              <a:t>UNIQUE / NOT NULL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057400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Protects important fields such as email and ISBN and prevents missing required values.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3611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560320" y="3611880"/>
            <a:ext cx="73152" cy="1645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61488" y="37764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53F"/>
                </a:solidFill>
                <a:latin typeface="Aptos Display"/>
              </a:defRPr>
            </a:pPr>
            <a:r>
              <a:t>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4251960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Validate acceptable values where supported by the selected DBMS.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611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361188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4807" y="37764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53F"/>
                </a:solidFill>
                <a:latin typeface="Aptos Display"/>
              </a:defRPr>
            </a:pPr>
            <a:r>
              <a:t>DEFAULT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4251960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Provide sensible default values where appropriate, such as status/date fields.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Library Management System • Review 2 • Database Implementation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9224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53F"/>
                </a:solidFill>
                <a:latin typeface="Aptos Display"/>
              </a:defRPr>
            </a:pPr>
            <a:r>
              <a:t>Sample Data Insertion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Every table should contain enough records to demonstrate meaningful queries.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17320"/>
          <a:ext cx="107899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Table</a:t>
                      </a:r>
                    </a:p>
                  </a:txBody>
                  <a:tcPr marL="73152" marR="73152" marT="36576" marB="36576">
                    <a:solidFill>
                      <a:srgbClr val="1325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Suggested records</a:t>
                      </a:r>
                    </a:p>
                  </a:txBody>
                  <a:tcPr marL="73152" marR="73152" marT="36576" marB="36576">
                    <a:solidFill>
                      <a:srgbClr val="1325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 marL="73152" marR="73152" marT="36576" marB="36576">
                    <a:solidFill>
                      <a:srgbClr val="132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Members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5–10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Member search, updates and borrowing joins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Books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5–10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Catalog, availability and aggregate queries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Authors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5–10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Author/book relationships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Book_Authors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5–10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Many-to-many relationship testing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Borrowing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8–15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JOINs, due dates and CRUD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Fines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5–10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SUM/AVG/COUNT and validation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Inventory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5–10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Physical copy/status testing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" y="5715000"/>
            <a:ext cx="10789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5715000"/>
            <a:ext cx="73152" cy="502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5879592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3253F"/>
                </a:solidFill>
                <a:latin typeface="Aptos Display"/>
              </a:defRPr>
            </a:pPr>
            <a:r>
              <a:t>Evidence to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6355080"/>
            <a:ext cx="104241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  <a:latin typeface="Aptos"/>
              </a:defRPr>
            </a:pPr>
            <a:r>
              <a:t>INSERT execution + SELECT * output for each table.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Library Management System • Review 2 • Database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53F"/>
                </a:solidFill>
                <a:latin typeface="Aptos Display"/>
              </a:defRPr>
            </a:pPr>
            <a:r>
              <a:t>DDL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Data Definition Language: create and modify database structures.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253F"/>
                </a:solidFill>
                <a:latin typeface="Aptos Display"/>
              </a:defRPr>
            </a:pPr>
            <a:r>
              <a:t>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57400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CREATE DATABASE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CREATE TABLE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CREATE 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253F"/>
                </a:solidFill>
                <a:latin typeface="Aptos Display"/>
              </a:defRPr>
            </a:pPr>
            <a:r>
              <a:t>ALTER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57400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ADD COLUMN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MODIFY/CHANGE COLUMN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ADD CONSTRAINT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1828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3253F"/>
                </a:solidFill>
                <a:latin typeface="Aptos Display"/>
              </a:defRPr>
            </a:pPr>
            <a:r>
              <a:t>Other DDL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057400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RENAME / DROP / TRUNCATE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Use carefully and demonstrate safely.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3794760"/>
            <a:ext cx="9052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554480" y="3794760"/>
            <a:ext cx="73152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55648" y="3959352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53F"/>
                </a:solidFill>
                <a:latin typeface="Aptos Display"/>
              </a:defRPr>
            </a:pPr>
            <a:r>
              <a:t>Review 2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5648" y="44348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SQL command → successful execution → resulting database object/table screenshot.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Library Management System • Review 2 • Database 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9224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53F"/>
                </a:solidFill>
                <a:latin typeface="Aptos Display"/>
              </a:defRPr>
            </a:pPr>
            <a:r>
              <a:t>DML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Data Manipulation Language: manage records inside the implemented tables.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44200" cy="3246120"/>
          </a:xfrm>
          <a:prstGeom prst="roundRect">
            <a:avLst/>
          </a:prstGeom>
          <a:solidFill>
            <a:srgbClr val="13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18488"/>
            <a:ext cx="1024128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-- INSERT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INSERT INTO Members (...) VALUES (...);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-- UPDATE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UPDATE Books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SET quantity = quantity + 1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WHERE book_id = 201;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-- DELETE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DELETE FROM Members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WHERE member_id = 105;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92040"/>
            <a:ext cx="10744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4892040"/>
            <a:ext cx="73152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5056631"/>
            <a:ext cx="10378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253F"/>
                </a:solidFill>
                <a:latin typeface="Aptos Display"/>
              </a:defRPr>
            </a:pPr>
            <a:r>
              <a:t>Evidence to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5532120"/>
            <a:ext cx="1037844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ptos"/>
              </a:defRPr>
            </a:pPr>
            <a:r>
              <a:t>Show the table before and after UPDATE/DELETE where useful.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Library Management System • Review 2 • Database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9224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53F"/>
                </a:solidFill>
                <a:latin typeface="Aptos Display"/>
              </a:defRPr>
            </a:pPr>
            <a:r>
              <a:t>DQL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Use SELECT queries to retrieve useful library information.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53F"/>
                </a:solidFill>
                <a:latin typeface="Aptos Display"/>
              </a:defRPr>
            </a:pPr>
            <a:r>
              <a:t>Basic 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57400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SELECT title, genre FROM Books;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58191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53F"/>
                </a:solidFill>
                <a:latin typeface="Aptos Display"/>
              </a:defRPr>
            </a:pPr>
            <a:r>
              <a:t>Filtering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57400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SELECT * FROM Books WHERE genre = 'Database';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73152" cy="1691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63931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53F"/>
                </a:solidFill>
                <a:latin typeface="Aptos Display"/>
              </a:defRPr>
            </a:pPr>
            <a:r>
              <a:t>Pattern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114800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SELECT * FROM Books WHERE title LIKE '%SQL%';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7472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474720"/>
            <a:ext cx="73152" cy="1691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363931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53F"/>
                </a:solidFill>
                <a:latin typeface="Aptos Display"/>
              </a:defRPr>
            </a:pPr>
            <a:r>
              <a:t>Sorting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114800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SELECT title, quantity FROM Books ORDER BY quantity DESC;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Library Management System • Review 2 • Database 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9224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53F"/>
                </a:solidFill>
                <a:latin typeface="Aptos Display"/>
              </a:defRPr>
            </a:pPr>
            <a:r>
              <a:t>JOIN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Demonstrate how the implemented relationships connect members, books and borrowing records.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44200" cy="3108960"/>
          </a:xfrm>
          <a:prstGeom prst="roundRect">
            <a:avLst/>
          </a:prstGeom>
          <a:solidFill>
            <a:srgbClr val="13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18488"/>
            <a:ext cx="10241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SELECT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    m.name AS member_name,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    b.title AS book_title,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    br.borrow_date,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    br.due_date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FROM Borrowing br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JOIN Members m ON br.member_id = m.member_id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JOIN Books b ON br.book_id = b.book_id;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4754880"/>
            <a:ext cx="731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49194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253F"/>
                </a:solidFill>
                <a:latin typeface="Aptos Display"/>
              </a:defRPr>
            </a:pPr>
            <a:r>
              <a:t>INNER JOIN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53949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ptos"/>
              </a:defRPr>
            </a:pPr>
            <a:r>
              <a:t>Matching records across related tables.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75488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4754880"/>
            <a:ext cx="73152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49194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253F"/>
                </a:solidFill>
                <a:latin typeface="Aptos Display"/>
              </a:defRPr>
            </a:pPr>
            <a:r>
              <a:t>LEFT JOIN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53949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ptos"/>
              </a:defRPr>
            </a:pPr>
            <a:r>
              <a:t>Retain records from the left table even without a match.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75488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4754880"/>
            <a:ext cx="731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49194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253F"/>
                </a:solidFill>
                <a:latin typeface="Aptos Display"/>
              </a:defRPr>
            </a:pPr>
            <a:r>
              <a:t>Multi-table JOIN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53949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ptos"/>
              </a:defRPr>
            </a:pPr>
            <a:r>
              <a:t>Combine 3+ tables for practical library reports.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Library Management System • Review 2 • Database 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9224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53F"/>
                </a:solidFill>
                <a:latin typeface="Aptos Display"/>
              </a:defRPr>
            </a:pPr>
            <a:r>
              <a:t>Aggregate Functions &amp; Grouping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Generate useful summary information from the sample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44200" cy="3886200"/>
          </a:xfrm>
          <a:prstGeom prst="roundRect">
            <a:avLst/>
          </a:prstGeom>
          <a:solidFill>
            <a:srgbClr val="13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527048"/>
            <a:ext cx="10241280" cy="3520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SELECT COUNT(*) AS total_books FROM Books;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SELECT SUM(amount) AS total_fines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FROM Fines;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SELECT AVG(amount) AS average_fine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FROM Fines;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SELECT member_id, COUNT(*) AS total_borrowings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FROM Borrowing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GROUP BY member_id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HAVING COUNT(*) &gt; 1;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40680"/>
            <a:ext cx="107442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5440680"/>
            <a:ext cx="73152" cy="5943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5605272"/>
            <a:ext cx="10378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3253F"/>
                </a:solidFill>
                <a:latin typeface="Aptos Display"/>
              </a:defRPr>
            </a:pPr>
            <a:r>
              <a:t>Functions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6080760"/>
            <a:ext cx="103784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  <a:latin typeface="Aptos"/>
              </a:defRPr>
            </a:pPr>
            <a:r>
              <a:t>COUNT • SUM • AVG • MIN • MAX • GROUP BY • HAVING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Library Management System • Review 2 • Database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9224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53F"/>
                </a:solidFill>
                <a:latin typeface="Aptos Display"/>
              </a:defRPr>
            </a:pPr>
            <a:r>
              <a:t>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Create reusable virtual tables for frequently required library reports.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44200" cy="3703320"/>
          </a:xfrm>
          <a:prstGeom prst="roundRect">
            <a:avLst/>
          </a:prstGeom>
          <a:solidFill>
            <a:srgbClr val="13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572768"/>
            <a:ext cx="102412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CREATE VIEW Borrowing_Details AS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SELECT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    m.member_id,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    m.name AS member_name,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    b.title AS book_title,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    br.borrow_date,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    br.due_date,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    br.return_date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FROM Borrowing br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JOIN Members m ON br.member_id = m.member_id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JOIN Books b ON br.book_id = b.book_id;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SELECT * FROM Borrowing_Details;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5294376"/>
            <a:ext cx="10744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5303520"/>
            <a:ext cx="73152" cy="7315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5468112"/>
            <a:ext cx="10378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253F"/>
                </a:solidFill>
                <a:latin typeface="Aptos Display"/>
              </a:defRPr>
            </a:pPr>
            <a:r>
              <a:t>Expected benefit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5785339"/>
            <a:ext cx="103784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Simplifies repeated reporting queries and presents combined information in a reusable form.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Library Management System • Review 2 • Database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9224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53F"/>
                </a:solidFill>
                <a:latin typeface="Aptos Display"/>
              </a:defRPr>
            </a:pPr>
            <a:r>
              <a:t>CRUD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Demonstrate the four basic database operations using the library entities.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651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3474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3253F"/>
                </a:solidFill>
                <a:latin typeface="Aptos Display"/>
              </a:defRPr>
            </a:pPr>
            <a:r>
              <a:t>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57400"/>
            <a:ext cx="22860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Add a new member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INSERT INTO Members ...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Evidence: new record appears.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417320"/>
            <a:ext cx="2651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20440" y="1417320"/>
            <a:ext cx="73152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158191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3253F"/>
                </a:solidFill>
                <a:latin typeface="Aptos Display"/>
              </a:defRPr>
            </a:pPr>
            <a:r>
              <a:t>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057400"/>
            <a:ext cx="22860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Search/view records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SELECT ...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Evidence: query result.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17320"/>
            <a:ext cx="2651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417320"/>
            <a:ext cx="73152" cy="3474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968" y="158191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3253F"/>
                </a:solidFill>
                <a:latin typeface="Aptos Display"/>
              </a:defRPr>
            </a:pPr>
            <a:r>
              <a:t>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057400"/>
            <a:ext cx="22860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Modify book/member data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UPDATE ...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Evidence: changed value.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417320"/>
            <a:ext cx="2194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81160" y="1417320"/>
            <a:ext cx="73152" cy="3474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82328" y="158191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3253F"/>
                </a:solidFill>
                <a:latin typeface="Aptos Display"/>
              </a:defRPr>
            </a:pPr>
            <a:r>
              <a:t>DELETE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2057400"/>
            <a:ext cx="18288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Remove test record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DELETE ...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Use safe test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5257800"/>
            <a:ext cx="8138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011680" y="5257800"/>
            <a:ext cx="73152" cy="731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12848" y="5422392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253F"/>
                </a:solidFill>
                <a:latin typeface="Aptos Display"/>
              </a:defRPr>
            </a:pPr>
            <a:r>
              <a:t>Demonstration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2848" y="5739619"/>
            <a:ext cx="77724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Capture before/after outputs so the examiner can see that the operation actually worked.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Library Management System • Review 2 • Database Implementation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9224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53F"/>
                </a:solidFill>
                <a:latin typeface="Aptos Display"/>
              </a:defRPr>
            </a:pPr>
            <a:r>
              <a:t>Data Integrity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Test the constraints rather than only showing that they exist.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10927077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2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2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2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</a:txBody>
                  <a:tcPr marL="73152" marR="73152" marT="36576" marB="36576">
                    <a:solidFill>
                      <a:srgbClr val="1325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Action</a:t>
                      </a:r>
                    </a:p>
                  </a:txBody>
                  <a:tcPr marL="73152" marR="73152" marT="36576" marB="36576">
                    <a:solidFill>
                      <a:srgbClr val="1325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result</a:t>
                      </a:r>
                    </a:p>
                  </a:txBody>
                  <a:tcPr marL="73152" marR="73152" marT="36576" marB="36576">
                    <a:solidFill>
                      <a:srgbClr val="132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Duplicate Primary Key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Insert an existing 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Expected: rejected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Duplicate UNIQUE value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Reuse an existing email/ISBN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Expected: rejected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Invalid Foreign Key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Reference a non-existing member/book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Expected: rejected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NULL in required field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Omit a NOT NULL value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Expected: rejected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Invalid CHECK value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Use an unsupported status/value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Expected: rejected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074920"/>
            <a:ext cx="10927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5074920"/>
            <a:ext cx="73152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5239512"/>
            <a:ext cx="105613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253F"/>
                </a:solidFill>
                <a:latin typeface="Aptos Display"/>
              </a:defRPr>
            </a:pPr>
            <a:r>
              <a:t>Screenshot 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5715000"/>
            <a:ext cx="10561319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ptos"/>
              </a:defRPr>
            </a:pPr>
            <a:r>
              <a:t>Capture the SQL error/result message for at least 3 validation tests and include them in the final implementation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Library Management System • Review 2 • Database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53F"/>
                </a:solidFill>
                <a:latin typeface="Aptos Display"/>
              </a:defRPr>
            </a:pPr>
            <a:r>
              <a:t>Implementation Evidence &amp;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These are the screenshots we will add after the database is built.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Database/schema creation screen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Table structure showing columns and constraints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Sample data in each table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DDL execution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DML execution and before/after results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SELECT / JOIN query results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Aggregate and GROUP BY results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View creation and output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CRUD demonstration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Constraint/validation error messages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Library Management System • Review 2 • Database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53F"/>
                </a:solidFill>
                <a:latin typeface="Aptos Display"/>
              </a:defRPr>
            </a:pPr>
            <a:r>
              <a:t>Final Review 2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What will be ready after the implementation phase.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3383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3253F"/>
                </a:solidFill>
                <a:latin typeface="Aptos Display"/>
              </a:defRPr>
            </a:pPr>
            <a:r>
              <a:t>1. Working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57400"/>
            <a:ext cx="30632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Database created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7 tables implemented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Constraints applied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Sample data inserted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3383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5819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3253F"/>
                </a:solidFill>
                <a:latin typeface="Aptos Display"/>
              </a:defRPr>
            </a:pPr>
            <a:r>
              <a:t>2. SQL Demonstration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57400"/>
            <a:ext cx="30632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DDL / DML / DQL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CRUD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JOINs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Aggregates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GROUP BY / HAVING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73152" cy="3383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5819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3253F"/>
                </a:solidFill>
                <a:latin typeface="Aptos Display"/>
              </a:defRPr>
            </a:pPr>
            <a:r>
              <a:t>3. Evidence &amp; Documentation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057400"/>
            <a:ext cx="30632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Query screenshots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Output screenshots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Validation tests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ER diagram/schema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SQL script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Final project documentation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7400" y="5257800"/>
            <a:ext cx="8138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57400" y="5257800"/>
            <a:ext cx="73152" cy="731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76856" y="5285232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253F"/>
                </a:solidFill>
                <a:latin typeface="Aptos Display"/>
              </a:defRPr>
            </a:pPr>
            <a:r>
              <a:rPr dirty="0"/>
              <a:t>Next Phase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7360" y="5621802"/>
            <a:ext cx="77724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After this PPT is finalized, implement the database, capture the actual results, and then prepare the complete project documentation.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Library Management System • Review 2 • Database 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9224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88036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0EA5E9"/>
                </a:solidFill>
                <a:latin typeface="Aptos"/>
              </a:defRPr>
            </a:pPr>
            <a:r>
              <a:t>Review 2 — Database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77639"/>
            <a:ext cx="8503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  <a:latin typeface="Aptos"/>
              </a:defRPr>
            </a:pPr>
            <a:r>
              <a:t>Library Management System</a:t>
            </a:r>
            <a:br/>
            <a:r>
              <a:t>Department of Artificial Intelligence &amp; Machine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1648</Words>
  <Application>Microsoft Office PowerPoint</Application>
  <PresentationFormat>Widescreen</PresentationFormat>
  <Paragraphs>335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VENKANNA BABU</dc:creator>
  <cp:keywords/>
  <dc:description>generated using python-pptx</dc:description>
  <cp:lastModifiedBy>Yeswi chekkapalli</cp:lastModifiedBy>
  <cp:revision>2</cp:revision>
  <dcterms:created xsi:type="dcterms:W3CDTF">2013-01-27T09:14:16Z</dcterms:created>
  <dcterms:modified xsi:type="dcterms:W3CDTF">2026-10-11T03:42:54Z</dcterms:modified>
  <cp:category/>
</cp:coreProperties>
</file>